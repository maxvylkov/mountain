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B7AF0"/>
                </a:solidFill>
              </a:rPr>
              <a:t>⛰  Mountaine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Цифровой помощник альпиниста и горного туриста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</a:rPr>
              <a:t>Всё для подготовки и организации похода — в одном месте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663440"/>
            <a:ext cx="3044952" cy="4572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B7AF0"/>
                </a:solidFill>
              </a:rPr>
              <a:t>Версия 1.0 Beta · Март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7AF0"/>
                </a:solidFill>
              </a:rPr>
              <a:t>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Что происходит сейчас у каждой группы перед походом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1430000" cy="74980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Excel-таблицы снаряжения, где 20 столбцов и никто ничего не понимает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96312"/>
            <a:ext cx="11430000" cy="74980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877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33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Бесконечные чаты в Telegram: «Кто берёт верёвку?», «Сколько нас?»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92424"/>
            <a:ext cx="11430000" cy="74980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2958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Раскладка в блокноте или ещё одна таблица — с неправильными граммовками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88536"/>
            <a:ext cx="11430000" cy="74980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799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2569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Учебные материалы разбросаны по PDF, YouTube и пересказам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84648"/>
            <a:ext cx="11430000" cy="74980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76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2180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Новичок не знает с чего начать — нет единого ориентира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Mountaine — одно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Вместо десяти таблиц и чатов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81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🗺️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965960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Маршруты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31343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База с фильтрами, статусами и комментариями сообщества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508760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81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Кладовка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1343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Личный инвентарь и сборки с распределением по рюкзакам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508760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81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65960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Отделения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31343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Снаряжение, раскладка, готовность — всё для команды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1508760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581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1965960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Граф знаний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31343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Школа альпинизма и ПСР по книгам ФАР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90672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163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54787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Форум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95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6 категорий включая раздел «Новичкам» с Q&amp;A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7832" y="3090672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3163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54787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Узлы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895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Каталог с прогрессом изучения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5624" y="3090672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163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54787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Тренировки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3895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Журнал физподготовки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416" y="3090672"/>
            <a:ext cx="2743200" cy="14173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3163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🍽️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354787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Раскладка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3895344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Питание с КБЖУ, шаблоны, список покупок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7AF0"/>
                </a:solidFill>
              </a:rPr>
              <a:t>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Два типа пользователей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Новичок и опытный альпинист — интерфейс работает для обоих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486400" cy="48920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🌱  Новичок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Первый год в горах, учебные сборы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Блок «С чего начать» на главной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Форум «Новичкам» — 20 вопросов и ответов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Граф знаний — теория по учебнику ФАР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Узлы — пошаговое изучение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Кладовка — базовый набор снаряжения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Маршруты — каталог 1Б–2А для старта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486400" cy="48920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7AF0"/>
                </a:solidFill>
              </a:rPr>
              <a:t>🏔️  Опытный альпинист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2–3 разряд, руководитель отделения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Создать отделение за 2 минуты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Пригласить друзей из списка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Матрица снаряжения — кто что берёт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Раскладка на группу с КБЖУ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Граф ПСР — освежить технику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Форум — отчёт с прикреплённым маршрутом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7AF0"/>
                </a:solidFill>
              </a:rPr>
              <a:t>ПОЛЬЗОВАТЕЛЬСКИЙ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Путь новичка в Mountaine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Регистрация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3619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Видит блок «С чего начать» с навигацией по разделам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66543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Форум «Новичкам»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85415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Читает 20 Q&amp;A: разряды, снаряжение, физподготовка, НП1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15768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Граф знаний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34639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Изучает теорию по учебнику ФАР, делает заметки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64991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Узлы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8386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Осваивает первые 5 узлов, отмечает прогресс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14215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056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Кладовка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133087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Добавляет купленное снаряжение, видит что ещё нужно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63440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Маршруты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78231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Находит 1Б, добавляет в «Хочу пройти», читает комменты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12664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0410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041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Отделение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43153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После НП1 — руководитель приглашает через список друзей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7AF0"/>
                </a:solidFill>
              </a:rPr>
              <a:t>ПОЛЬЗОВАТЕЛЬСКИЙ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Путь руководителя отделения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Создаёт отделение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53619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Маршрут, даты, Telegram-беседа — 2 минуты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66543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Приглашает команду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85415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Кнопка «Пригласить» → список друзей → выбрать → добавлено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15768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07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Матрица снаряжения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34639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Шаблон СП-3, участники отмечают что берут, дефицит виден сразу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64991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Раскладка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8386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6 человек × 15 дней, КБЖУ, список покупок готов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14215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056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Готовность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133087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Чеклист по каждому участнику перед выездом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63440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7AF0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На маршруте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78231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Граф «ПСР в малой группе» — технические приёмы под рукой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12664"/>
            <a:ext cx="11521440" cy="566928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04103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041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После похода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43153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Публикует отчёт на Форуме с маршрутом и фото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ФОРУМ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Форум сообщества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Место для обсуждений, отчётов и вопросов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🗺️  Маршруты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Обсуждения и отчёты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🎒  Снаряжение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Советы и обзоры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0020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📚  Обучение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Вопросы по технике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💪  Тренировки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Планы подготовки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10896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🍽️  Раскладка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Рецепты и расчёты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108960"/>
            <a:ext cx="3749039" cy="13258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3246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🌱  Новичкам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20 Q&amp;A для старта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11430000" cy="640080"/>
          </a:xfrm>
          <a:prstGeom prst="rect">
            <a:avLst/>
          </a:prstGeom>
          <a:solidFill>
            <a:srgbClr val="1E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7AF0"/>
                </a:solidFill>
              </a:rPr>
              <a:t>💡  К постам прикрепляются маршруты, сборки снаряжения, рационы, тренировки и файлы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ОТДЕЛЕНИЯ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Отделение — инструмент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Всё для координации группы перед выходом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623560" cy="19202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Участники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Пригласить из списка друзей одним нажатием. Роли: руководитель / участник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623560" cy="19202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745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Матрица снаряжения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Шаблоны ФАР (НП / СП-3 / СП-2). Кто что берёт. Дефицит виден сразу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623560" cy="19202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🍽️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77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Раскладка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Питание на группу по дням. Расчёт КБЖУ и суммарного веса. Список покупок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5623560" cy="192024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977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Готовность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Чеклист для руководителя: страховка, снаряжение, транспорт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ОБУЧЕНИЕ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Граф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Учебная программа ФАР в виде интерактивного графа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623560" cy="49834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📚  Школа альпинизма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14 глав по учебнику ФАР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История и развитие альпинизма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Метеорология, ориентирование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47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Ледники, снег, лавины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41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Скальная и ледовая техника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354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Страховка и самостраховка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Медицина, психология, тактика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22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Спасательные работы (Гл. 14)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486400" cy="498348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🆘  ПСР в малой группе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С. Веденин, ФАР 2014 — 10 глав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Особенности ПСР: стратегия и тактика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Снаряжение спасателя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Узлы для спасработ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41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Передача страховки на станцию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354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Подход к пострадавшему и спуск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Полиспасты (Z, 5:1, 7:1)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522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Спасение из ледниковой трещины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7AF0"/>
                </a:solidFill>
              </a:rPr>
              <a:t>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Текущий статус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Что реализовано, что в разработке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669280" cy="5074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✓  Реализовано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Маршруты с фильтрами и статусами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77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Кладовка и сборки снаряжения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181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Форум с 6 категориями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Граф «Школа альпинизма» (14 глав)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788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Отделения: снаряжение, раскладка, готовность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Приглашение через список друзей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395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Узлы, тренировки, раскладка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986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✓  Система друзей, профиль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577840" cy="5074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⏳  В работе / Далее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Граф «ПСР в малой группе» (готов к запуску)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DnD-распределение по рюкзакам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Режим тестирования по знаниям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Публичные рационы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Лента активности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B7AF0"/>
                </a:solidFill>
              </a:rPr>
              <a:t>⛰  Попробуй Mountaine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</a:rPr>
              <a:t>Бета открыта. Рады обратной связи — что работает, чего не хватает.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566160"/>
            <a:ext cx="3017520" cy="10058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1F5F9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3703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Маршруты, снаряжение, отделения, граф знаний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566160"/>
            <a:ext cx="3017520" cy="10058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1F5F9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703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Форум с разделом для новичков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566160"/>
            <a:ext cx="3017520" cy="10058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1F5F9"/>
                </a:solidFill>
              </a:rP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70332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Приглашение друзей в отделение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4155"/>
                </a:solidFill>
              </a:rPr>
              <a:t>v1.0 Beta · Март 2026 · Сделано в России для российского альпинистского сообщества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